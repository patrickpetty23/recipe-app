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Recipe Scanner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Midterm Pitch to Technical + Business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9552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3F8FF"/>
                </a:solidFill>
                <a:latin typeface="Aptos"/>
              </a:rPr>
              <a:t>Decision ask: Greenlight continuation with focused execution
on screenshot-noise risk reduction.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783080"/>
            <a:ext cx="2743200" cy="22402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Board-Level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2860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Customer proof</a:t>
            </a:r>
          </a:p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Business hypothesis</a:t>
            </a:r>
          </a:p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Technical process</a:t>
            </a:r>
          </a:p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Risk-adjusted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9C8DD"/>
                </a:solidFill>
                <a:latin typeface="Aptos"/>
              </a:rPr>
              <a:t>Repository: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Executive Narrative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Simple story: pain -&gt; proof -&gt;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657600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3154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3F8FF"/>
                </a:solidFill>
                <a:latin typeface="Aptos"/>
              </a:rPr>
              <a:t>Users repeatedly retype ingredient lists, losing time and missing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657600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2240280"/>
            <a:ext cx="3154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3F8FF"/>
                </a:solidFill>
                <a:latin typeface="Aptos"/>
              </a:rPr>
              <a:t>Pilot data shows 41% faster list creation vs manual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645920"/>
            <a:ext cx="3657600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240280"/>
            <a:ext cx="3154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3F8FF"/>
                </a:solidFill>
                <a:latin typeface="Aptos"/>
              </a:rPr>
              <a:t>Continue direction; prioritize screenshot-noise reduction.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Customer Deep Analysis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Primary fit: roommate undergrads + ELS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1:05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972800" cy="438912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Segment Prioritization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9202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Reason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67712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Roommate undergrad cooks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33172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High frequency, screenshot-heavy, manual workflow pain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7296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ELS/international student cooks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17296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7296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Mixed-language ingredient friction + translation effort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50207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14215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Recipe app power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014215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2/5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14215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Already have structured recipe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91455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55464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Delivery-first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85546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855464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Low grocery-list building frequency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Voice of Customer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3 real roommate interviews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749039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U1 | Undergrad roommate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1508760" cy="128016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1m 56s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Time to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3774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D3A7"/>
                </a:solidFill>
                <a:latin typeface="Aptos"/>
              </a:rPr>
              <a:t>Interview
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3F8FF"/>
                </a:solidFill>
                <a:latin typeface="Aptos"/>
              </a:rPr>
              <a:t>"Faster than Notes, but I verify fractions."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1737360"/>
            <a:ext cx="3749039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U2 | Undergrad roommate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2240280"/>
            <a:ext cx="1508760" cy="128016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2m 18s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Time to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3774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D3A7"/>
                </a:solidFill>
                <a:latin typeface="Aptos"/>
              </a:rPr>
              <a:t>Interview
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79476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3F8FF"/>
                </a:solidFill>
                <a:latin typeface="Aptos"/>
              </a:rPr>
              <a:t>"Great import flow. Social text noise is the pain."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1737360"/>
            <a:ext cx="3749039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U3 | ELS roommate from Peru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2792" y="2240280"/>
            <a:ext cx="1508760" cy="128016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2m 04s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Time to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8712" y="23774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D3A7"/>
                </a:solidFill>
                <a:latin typeface="Aptos"/>
              </a:rPr>
              <a:t>Interview
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79476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3F8FF"/>
                </a:solidFill>
                <a:latin typeface="Aptos"/>
              </a:rPr>
              <a:t>"Checklist persistence matters most. Keep it simple."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Hypothesis and Falsification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We actively tried to prove ourselves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3F8FF"/>
                </a:solidFill>
                <a:latin typeface="Aptos"/>
              </a:rPr>
              <a:t>If list creation speed improves by &gt;=30%, users adopt weekly even with imperfect OCR.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Manual baseline: 3m 34s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App overall: 2m 06s (41% faster)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Screenshot subset: 28% faster (risk boundary)</a:t>
            </a:r>
          </a:p>
        </p:txBody>
      </p:sp>
      <p:pic>
        <p:nvPicPr>
          <p:cNvPr id="8" name="Picture 7" descr="falsific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4864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2x2 Differentiation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Positioning for business leaders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1:00</a:t>
            </a:r>
          </a:p>
        </p:txBody>
      </p:sp>
      <p:pic>
        <p:nvPicPr>
          <p:cNvPr id="5" name="Picture 4" descr="differentiation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066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508760"/>
            <a:ext cx="356616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Strategic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0574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Gap: flexible input + structured list output in one flow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Competitors split this value across separate tools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Winning condition: keep speed and trust under noisy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Product Demo Storyboard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Actual workflow shown as product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C | 1:10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9C8DD"/>
                </a:solidFill>
                <a:latin typeface="Aptos"/>
              </a:rPr>
              <a:t>Scan -&gt; Review -&gt; Shop (the same sequence used in testing and customer sessions)</a:t>
            </a:r>
          </a:p>
        </p:txBody>
      </p:sp>
      <p:pic>
        <p:nvPicPr>
          <p:cNvPr id="6" name="Picture 5" descr="demo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657600" cy="4389120"/>
          </a:xfrm>
          <a:prstGeom prst="rect">
            <a:avLst/>
          </a:prstGeom>
        </p:spPr>
      </p:pic>
      <p:pic>
        <p:nvPicPr>
          <p:cNvPr id="7" name="Picture 6" descr="demo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83080"/>
            <a:ext cx="3657600" cy="4389120"/>
          </a:xfrm>
          <a:prstGeom prst="rect">
            <a:avLst/>
          </a:prstGeom>
        </p:spPr>
      </p:pic>
      <p:pic>
        <p:nvPicPr>
          <p:cNvPr id="8" name="Picture 7" descr="demo_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6576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486400"/>
            <a:ext cx="1920240" cy="91440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0.82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Median OCR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486400"/>
            <a:ext cx="1920240" cy="91440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91.3%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Field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486400"/>
            <a:ext cx="1920240" cy="91440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26.9s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Median saved-list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System Architecture and Leverage Points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Where we intervene in the larger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1:05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58952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554480"/>
            <a:ext cx="347472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Leverage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LP1 OCR quality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LP2 Parser precision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LP3 Edit speed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LP4 Checklist persistence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Target: translation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Technical Process Evidence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Built phase-by-phase, not one-shot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C | 1:00</a:t>
            </a:r>
          </a:p>
        </p:txBody>
      </p:sp>
      <p:pic>
        <p:nvPicPr>
          <p:cNvPr id="5" name="Picture 4" descr="proce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972800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709160"/>
            <a:ext cx="5440680" cy="13258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Process Signals Casey Cares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74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Roadmap checklists completed by phase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Docs updated as implementation evolved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Core logic split for testability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709160"/>
            <a:ext cx="5394960" cy="13258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5074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PRD, MVP, architecture, roadmap, changelog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Rubric map + artifact index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Evidence docs linked to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AI Infrastructure and Debugging Discipline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What technical leaders evaluate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C | 0:55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 docs structure (`aiDocs/`) and MCP checklist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Secret-safe `.gitignore` and reproducible scripts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Cross-platform constraints documented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Shared `RecipeCore` for parser + fixtures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4937760" cy="214884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Structured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4805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{"event":"ocr_low_confidence","confidence":"0.66"}
{"event":"ocr_completed","ingredient_count":"17"}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86200"/>
            <a:ext cx="4937760" cy="214884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Test-Log-Fix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29768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Reproduce -&gt; inspect log -&gt; patch -&gt; rerun fixtures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`scripts/run-cli-tests.ps1` + JSON fixtures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Success/Failure Plan and Decision Gates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Business-governed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94960" cy="438912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Success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Median list creation remains &lt;30s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Field accuracy remains &gt;=90%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Weekly reuse intent &gt;=50%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Correction count trend decreases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5074920" cy="438912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Failure Triggers + Pivots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If speed edge disappears, narrow use case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If trust remains low, shift to semi-manual assist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If retention fails, pause expansion and re-scope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Current top risk: social screenshot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30-Day Plan Before Final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Focused execution, no scope creep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Milestones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148840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3055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2140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Screenshot-noise parser hardening + fixture expansion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081528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54096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Additional target-user sessions (student + ELS heavy)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014216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959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86784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Measure correction trends and weekly reuse intent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946904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28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919472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Demo polish + final decision 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Final Ask to Leadership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Greenlight continuation with constrained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3F8FF"/>
                </a:solidFill>
                <a:latin typeface="Aptos"/>
              </a:rPr>
              <a:t>We have evidence of customer value, a tested hypothesis, and disciplined technical process.
We are asking for approval to continue on the current narrow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10972800" cy="2194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Requested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3F8FF"/>
                </a:solidFill>
                <a:latin typeface="Aptos"/>
              </a:defRPr>
            </a:pPr>
            <a:r>
              <a:t>• 1) Keep scope centered on translation bottleneck</a:t>
            </a:r>
          </a:p>
          <a:p>
            <a:pPr>
              <a:spcAft>
                <a:spcPts val="700"/>
              </a:spcAft>
              <a:defRPr sz="1700">
                <a:solidFill>
                  <a:srgbClr val="F3F8FF"/>
                </a:solidFill>
                <a:latin typeface="Aptos"/>
              </a:defRPr>
            </a:pPr>
            <a:r>
              <a:t>• 2) Prioritize screenshot-noise reduction over feature expansion</a:t>
            </a:r>
          </a:p>
          <a:p>
            <a:pPr>
              <a:spcAft>
                <a:spcPts val="700"/>
              </a:spcAft>
              <a:defRPr sz="1700">
                <a:solidFill>
                  <a:srgbClr val="F3F8FF"/>
                </a:solidFill>
                <a:latin typeface="Aptos"/>
              </a:defRPr>
            </a:pPr>
            <a:r>
              <a:t>• 3) Re-evaluate with retention and correction metrics at final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Appendix: Required Artifact Submission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Everything requested in rubric is in-repo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Artifact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GitHub repository link: https://github.com/patrickpetty23/recipe-app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Deep customer analysis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Founding hypothesis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3 real customer conversation documents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1 falsification test report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1 2x2 differentiation grid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System architecture with leverage points and target layer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Technical process evidence, logging/debugging, and roadmap 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Reference Map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Where reviewers can verify every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Key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presentation/MIDTERM_ARTIFACTS.md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aiDocs/customer-deep-analysis.md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aiDocs/founding-hypothesis.md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aiDocs/falsification-test.md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aiDocs/differentiation-2x2.md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aiDocs/system-architecture-leverage.md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aiDocs/evidence/customer-conversation-u1.md / u2.md / u3.md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aiDocs/debugging.md and scripts/run-cli-tests.ps1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